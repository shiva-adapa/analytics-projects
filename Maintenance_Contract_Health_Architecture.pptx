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Maintenance Contract Health &amp; Margin Optimization Architecture</a:t>
            </a:r>
          </a:p>
        </p:txBody>
      </p:sp>
      <p:pic>
        <p:nvPicPr>
          <p:cNvPr id="4" name="Picture 3" descr="mermaid-diagram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48640"/>
            <a:ext cx="11704320" cy="49859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